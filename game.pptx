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5"/>
  </p:normalViewPr>
  <p:slideViewPr>
    <p:cSldViewPr snapToGrid="0" snapToObjects="1">
      <p:cViewPr varScale="1">
        <p:scale>
          <a:sx n="136" d="100"/>
          <a:sy n="136" d="100"/>
        </p:scale>
        <p:origin x="278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0078D7"/>
                </a:solidFill>
              </a:defRPr>
            </a:pPr>
            <a:r>
              <a:t>Jonny on the Spot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/>
              <a:t>THE GAME SHOW!!!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78D7"/>
                </a:solidFill>
              </a:defRPr>
            </a:pPr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>
                <a:solidFill>
                  <a:srgbClr val="EBEFF5"/>
                </a:solidFill>
              </a:defRPr>
            </a:pPr>
            <a:r>
              <a:t>Score as many points as you can after a 45-minute timer</a:t>
            </a:r>
          </a:p>
          <a:p>
            <a:pPr lvl="1">
              <a:defRPr sz="2400">
                <a:solidFill>
                  <a:srgbClr val="EBEFF5"/>
                </a:solidFill>
              </a:defRPr>
            </a:pPr>
            <a:r>
              <a:t>Choose from a list of apps to score based on varying factors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78D7"/>
                </a:solidFill>
              </a:defRPr>
            </a:pPr>
            <a:r>
              <a:t>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>
                <a:solidFill>
                  <a:srgbClr val="EBEFF5"/>
                </a:solidFill>
              </a:defRPr>
            </a:pPr>
            <a:r>
              <a:t>Jon will be given 3 choices of an app to write</a:t>
            </a:r>
          </a:p>
          <a:p>
            <a:pPr lvl="1">
              <a:defRPr sz="2400">
                <a:solidFill>
                  <a:srgbClr val="EBEFF5"/>
                </a:solidFill>
              </a:defRPr>
            </a:pPr>
            <a:r>
              <a:t>.NET MAUI is required</a:t>
            </a:r>
          </a:p>
          <a:p>
            <a:pPr lvl="1">
              <a:defRPr sz="2400">
                <a:solidFill>
                  <a:srgbClr val="EBEFF5"/>
                </a:solidFill>
              </a:defRPr>
            </a:pPr>
            <a:r>
              <a:t>No dependency on custom APIs or external devices</a:t>
            </a:r>
          </a:p>
          <a:p>
            <a:pPr lvl="1">
              <a:defRPr sz="2400">
                <a:solidFill>
                  <a:srgbClr val="EBEFF5"/>
                </a:solidFill>
              </a:defRPr>
            </a:pPr>
            <a:r>
              <a:t>Judge may award points for various things</a:t>
            </a:r>
          </a:p>
          <a:p>
            <a:pPr lvl="1">
              <a:defRPr sz="2400">
                <a:solidFill>
                  <a:srgbClr val="EBEFF5"/>
                </a:solidFill>
              </a:defRPr>
            </a:pPr>
            <a:r>
              <a:t>Jon may ask as many questions as desired</a:t>
            </a:r>
          </a:p>
          <a:p>
            <a:pPr lvl="1">
              <a:defRPr sz="2400">
                <a:solidFill>
                  <a:srgbClr val="EBEFF5"/>
                </a:solidFill>
              </a:defRPr>
            </a:pPr>
            <a:r>
              <a:t>Jon may use any AI of choice</a:t>
            </a:r>
          </a:p>
          <a:p>
            <a:pPr lvl="1">
              <a:defRPr sz="2400">
                <a:solidFill>
                  <a:srgbClr val="EBEFF5"/>
                </a:solidFill>
              </a:defRPr>
            </a:pPr>
            <a:r>
              <a:t>Jon can add AI skills during the challenge</a:t>
            </a:r>
          </a:p>
          <a:p>
            <a:pPr lvl="1">
              <a:defRPr sz="2400">
                <a:solidFill>
                  <a:srgbClr val="EBEFF5"/>
                </a:solidFill>
              </a:defRPr>
            </a:pPr>
            <a:r>
              <a:t>Jon may request assistance (judge discretion)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78D7"/>
                </a:solidFill>
              </a:defRPr>
            </a:pPr>
            <a:r>
              <a:t>Point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400">
                <a:solidFill>
                  <a:srgbClr val="EBEFF5"/>
                </a:solidFill>
              </a:defRPr>
            </a:pPr>
            <a:r>
              <a:rPr dirty="0"/>
              <a:t>1–10 points per feature (Judge discretion)</a:t>
            </a:r>
          </a:p>
          <a:p>
            <a:pPr lvl="1">
              <a:defRPr sz="2400">
                <a:solidFill>
                  <a:srgbClr val="EBEFF5"/>
                </a:solidFill>
              </a:defRPr>
            </a:pPr>
            <a:r>
              <a:rPr dirty="0"/>
              <a:t>1–10 points for beauty</a:t>
            </a:r>
          </a:p>
          <a:p>
            <a:pPr lvl="1">
              <a:defRPr sz="2400">
                <a:solidFill>
                  <a:srgbClr val="EBEFF5"/>
                </a:solidFill>
              </a:defRPr>
            </a:pPr>
            <a:r>
              <a:rPr dirty="0"/>
              <a:t>1–10 points for project structure</a:t>
            </a:r>
          </a:p>
          <a:p>
            <a:pPr lvl="1">
              <a:defRPr sz="2400">
                <a:solidFill>
                  <a:srgbClr val="EBEFF5"/>
                </a:solidFill>
              </a:defRPr>
            </a:pPr>
            <a:r>
              <a:rPr dirty="0"/>
              <a:t>20 points per successful platform</a:t>
            </a:r>
          </a:p>
          <a:p>
            <a:pPr lvl="1">
              <a:defRPr sz="2400">
                <a:solidFill>
                  <a:srgbClr val="EBEFF5"/>
                </a:solidFill>
              </a:defRPr>
            </a:pPr>
            <a:r>
              <a:rPr dirty="0"/>
              <a:t>5 points per library used</a:t>
            </a:r>
          </a:p>
          <a:p>
            <a:pPr lvl="1">
              <a:defRPr sz="2400">
                <a:solidFill>
                  <a:srgbClr val="EBEFF5"/>
                </a:solidFill>
              </a:defRPr>
            </a:pPr>
            <a:r>
              <a:rPr dirty="0"/>
              <a:t>+5 points if using</a:t>
            </a:r>
            <a:r>
              <a:rPr lang="en-CA" dirty="0"/>
              <a:t> per</a:t>
            </a:r>
            <a:r>
              <a:rPr dirty="0"/>
              <a:t> Allan library</a:t>
            </a:r>
          </a:p>
          <a:p>
            <a:pPr lvl="1">
              <a:defRPr sz="2400">
                <a:solidFill>
                  <a:srgbClr val="EBEFF5"/>
                </a:solidFill>
              </a:defRPr>
            </a:pPr>
            <a:r>
              <a:rPr dirty="0"/>
              <a:t>+5 per technical feature (Offline, Caching, Modern Techniques)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78D7"/>
                </a:solidFill>
              </a:defRPr>
            </a:pPr>
            <a:r>
              <a:t>Option 1 – Weather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>
                <a:solidFill>
                  <a:srgbClr val="EBEFF5"/>
                </a:solidFill>
              </a:defRPr>
            </a:pPr>
            <a:r>
              <a:t>Use a service such as OpenWeather</a:t>
            </a:r>
          </a:p>
          <a:p>
            <a:pPr lvl="1">
              <a:defRPr sz="2400">
                <a:solidFill>
                  <a:srgbClr val="EBEFF5"/>
                </a:solidFill>
              </a:defRPr>
            </a:pPr>
            <a:r>
              <a:t>STRETCH GOAL – Radar overlay on map (25 points)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78D7"/>
                </a:solidFill>
              </a:defRPr>
            </a:pPr>
            <a:r>
              <a:t>Option 2 – Offline Habit Timer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400">
                <a:solidFill>
                  <a:srgbClr val="EBEFF5"/>
                </a:solidFill>
              </a:defRPr>
            </a:pPr>
            <a:r>
              <a:rPr dirty="0"/>
              <a:t>Start/Stop a timer with a description</a:t>
            </a:r>
          </a:p>
          <a:p>
            <a:pPr lvl="1">
              <a:defRPr sz="2400">
                <a:solidFill>
                  <a:srgbClr val="EBEFF5"/>
                </a:solidFill>
              </a:defRPr>
            </a:pPr>
            <a:r>
              <a:rPr dirty="0"/>
              <a:t>Should survive app restarts</a:t>
            </a:r>
          </a:p>
          <a:p>
            <a:pPr lvl="1">
              <a:defRPr sz="2400">
                <a:solidFill>
                  <a:srgbClr val="EBEFF5"/>
                </a:solidFill>
              </a:defRPr>
            </a:pPr>
            <a:r>
              <a:rPr dirty="0"/>
              <a:t>STRETCH GOAL – Notify user from background after X timeframe</a:t>
            </a:r>
            <a:r>
              <a:rPr lang="en-CA" dirty="0"/>
              <a:t> (10 points)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F3B57-CA22-46C7-09AE-610E2ABF8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Jon 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74938-63A6-8800-CD44-D0518B1FE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CA" dirty="0" err="1"/>
              <a:t>GeoSnap</a:t>
            </a:r>
            <a:endParaRPr lang="en-CA" dirty="0"/>
          </a:p>
          <a:p>
            <a:r>
              <a:rPr lang="en-CA" dirty="0"/>
              <a:t>- iOS 10 points</a:t>
            </a:r>
          </a:p>
          <a:p>
            <a:r>
              <a:rPr lang="en-CA" dirty="0"/>
              <a:t>- stretch goal - 10 points</a:t>
            </a:r>
          </a:p>
          <a:p>
            <a:r>
              <a:rPr lang="en-CA" dirty="0"/>
              <a:t>- 3 points for </a:t>
            </a:r>
            <a:r>
              <a:rPr lang="en-CA" dirty="0" err="1"/>
              <a:t>GeoSnappy</a:t>
            </a:r>
            <a:endParaRPr lang="en-CA" dirty="0"/>
          </a:p>
          <a:p>
            <a:r>
              <a:rPr lang="en-CA" dirty="0"/>
              <a:t>- 1 </a:t>
            </a:r>
            <a:r>
              <a:rPr lang="en-CA" dirty="0" err="1"/>
              <a:t>ALlan</a:t>
            </a:r>
            <a:r>
              <a:rPr lang="en-CA" dirty="0"/>
              <a:t> libs - 10 points</a:t>
            </a:r>
          </a:p>
          <a:p>
            <a:r>
              <a:rPr lang="en-CA" dirty="0"/>
              <a:t>- 3x - 15 points for that</a:t>
            </a:r>
          </a:p>
          <a:p>
            <a:r>
              <a:rPr lang="en-CA" dirty="0"/>
              <a:t>- beauty - 8 points</a:t>
            </a:r>
          </a:p>
          <a:p>
            <a:br>
              <a:rPr lang="en-CA" dirty="0"/>
            </a:br>
            <a:endParaRPr lang="en-CA" dirty="0"/>
          </a:p>
          <a:p>
            <a:r>
              <a:rPr lang="en-CA" dirty="0"/>
              <a:t>56 points</a:t>
            </a:r>
          </a:p>
          <a:p>
            <a:br>
              <a:rPr lang="en-CA" dirty="0"/>
            </a:br>
            <a:br>
              <a:rPr lang="en-CA" dirty="0"/>
            </a:br>
            <a:endParaRPr lang="en-CA" dirty="0"/>
          </a:p>
          <a:p>
            <a:r>
              <a:rPr lang="en-CA" dirty="0"/>
              <a:t>Weather App</a:t>
            </a:r>
          </a:p>
          <a:p>
            <a:r>
              <a:rPr lang="en-CA" dirty="0"/>
              <a:t>- Stretch Goal - 25 points</a:t>
            </a:r>
          </a:p>
          <a:p>
            <a:r>
              <a:rPr lang="en-CA" dirty="0"/>
              <a:t>- runs </a:t>
            </a:r>
            <a:r>
              <a:rPr lang="en-CA" dirty="0" err="1"/>
              <a:t>ios</a:t>
            </a:r>
            <a:r>
              <a:rPr lang="en-CA" dirty="0"/>
              <a:t> - 10 points</a:t>
            </a:r>
          </a:p>
          <a:p>
            <a:r>
              <a:rPr lang="en-CA" dirty="0"/>
              <a:t>- Runs the timescale on the radar - 10</a:t>
            </a:r>
          </a:p>
          <a:p>
            <a:r>
              <a:rPr lang="en-CA" dirty="0"/>
              <a:t>- Beauty - 5 points</a:t>
            </a:r>
          </a:p>
          <a:p>
            <a:r>
              <a:rPr lang="en-CA" dirty="0"/>
              <a:t>- 2 libs = 10 points</a:t>
            </a:r>
          </a:p>
          <a:p>
            <a:br>
              <a:rPr lang="en-CA" dirty="0"/>
            </a:br>
            <a:endParaRPr lang="en-CA" dirty="0"/>
          </a:p>
          <a:p>
            <a:r>
              <a:rPr lang="en-CA" dirty="0"/>
              <a:t>60 points</a:t>
            </a:r>
          </a:p>
          <a:p>
            <a:br>
              <a:rPr lang="en-CA" dirty="0"/>
            </a:br>
            <a:endParaRPr lang="en-CA" dirty="0"/>
          </a:p>
          <a:p>
            <a:r>
              <a:rPr lang="en-CA" dirty="0"/>
              <a:t>Habit Tracker</a:t>
            </a:r>
          </a:p>
          <a:p>
            <a:r>
              <a:rPr lang="en-CA" dirty="0"/>
              <a:t>- iOS - 10 points</a:t>
            </a:r>
          </a:p>
          <a:p>
            <a:r>
              <a:rPr lang="en-CA" dirty="0"/>
              <a:t>- 2 libs - 10 points</a:t>
            </a:r>
          </a:p>
          <a:p>
            <a:r>
              <a:rPr lang="en-CA" dirty="0"/>
              <a:t>- 5 points for beauty</a:t>
            </a:r>
          </a:p>
          <a:p>
            <a:r>
              <a:rPr lang="en-CA" dirty="0"/>
              <a:t>- 5 points for stats</a:t>
            </a:r>
          </a:p>
          <a:p>
            <a:br>
              <a:rPr lang="en-CA" dirty="0"/>
            </a:br>
            <a:endParaRPr lang="en-CA" dirty="0"/>
          </a:p>
          <a:p>
            <a:r>
              <a:rPr lang="en-CA" dirty="0"/>
              <a:t>30 points</a:t>
            </a:r>
          </a:p>
          <a:p>
            <a:br>
              <a:rPr lang="en-CA" dirty="0"/>
            </a:br>
            <a:endParaRPr lang="en-CA" dirty="0"/>
          </a:p>
          <a:p>
            <a:r>
              <a:rPr lang="en-CA"/>
              <a:t>146 points total - 3 apps - 45mins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353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78D7"/>
                </a:solidFill>
              </a:defRPr>
            </a:pPr>
            <a:r>
              <a:t>Option 3 – GeoSnapshot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>
                <a:solidFill>
                  <a:srgbClr val="EBEFF5"/>
                </a:solidFill>
              </a:defRPr>
            </a:pPr>
            <a:r>
              <a:t>Take a photo and mark the capture location</a:t>
            </a:r>
          </a:p>
          <a:p>
            <a:pPr lvl="1">
              <a:defRPr sz="2400">
                <a:solidFill>
                  <a:srgbClr val="EBEFF5"/>
                </a:solidFill>
              </a:defRPr>
            </a:pPr>
            <a:r>
              <a:t>STRETCH GOAL – Pin on a map (10 points per platform)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339</Words>
  <Application>Microsoft Macintosh PowerPoint</Application>
  <PresentationFormat>On-screen Show (4:3)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Jonny on the Spot</vt:lpstr>
      <vt:lpstr>Objective</vt:lpstr>
      <vt:lpstr>Rules</vt:lpstr>
      <vt:lpstr>Point Breakdown</vt:lpstr>
      <vt:lpstr>Option 1 – Weather App</vt:lpstr>
      <vt:lpstr>Option 2 – Offline Habit Timer</vt:lpstr>
      <vt:lpstr>Jon Score</vt:lpstr>
      <vt:lpstr>Option 3 – GeoSnapshot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Allan Ritchie</cp:lastModifiedBy>
  <cp:revision>5</cp:revision>
  <dcterms:created xsi:type="dcterms:W3CDTF">2013-01-27T09:14:16Z</dcterms:created>
  <dcterms:modified xsi:type="dcterms:W3CDTF">2026-03-06T20:32:22Z</dcterms:modified>
  <cp:category/>
</cp:coreProperties>
</file>